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0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0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4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7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8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8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8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6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49DD4-59A6-467D-8A87-69D2BE0215EC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0FD05-745C-40E8-918E-A2DDA93BF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23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59B05-FDA7-6444-B886-91C3DECB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2DE1-C199-FA67-9620-72C3796AD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926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Understanding DLP and its Deployment/Configuration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878C-D28C-67DE-2F1C-BB35B1D2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70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KEY OBJECTIVES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What is Data Loss Prevention or DLP?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What is Forcepoint DLP?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Forcepoint DLP Basic Architecture.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Forcepoint DLP Basic Components.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Forcepoint DLP Deployment/Configuration</a:t>
            </a:r>
          </a:p>
          <a:p>
            <a:endParaRPr lang="en-US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267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D904-A9B3-1864-163A-154937C7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WHAT IS DLP?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1316-B846-0746-3DA6-59F2E3A5B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159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DLP, or Data Loss Prevention, is a cybersecurity solution that detects and prevents data breaches. Since it blocks extraction of sensitive data, organizations use it for internal security and regulatory compliance.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DLP allows businesses to: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Prevent accidental or unauthorized data sharing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Monitor, control, and protect important information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Alert security teams to potential data risks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Reduce the risk of data breaches and data leaks</a:t>
            </a:r>
            <a:endParaRPr lang="en-US" sz="3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06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BCF4-9678-DA6D-FAB7-DB8CF914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What is Forcepoint DLP?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61B3D-191C-07EF-3CF3-EFD5AFB2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669"/>
            <a:ext cx="10650794" cy="5080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Forcepoint DLP is an advanced data protection platform that discovers, monitors, and secures sensitive information across an organization’s IT environment. It provides a centralized console for consistently defining and enforcing security policies, whether data is at rest, in motion, or in use.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Forcepoint DLP features:</a:t>
            </a:r>
          </a:p>
          <a:p>
            <a:pPr marL="0" indent="0">
              <a:buNone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Machine learning-based classification</a:t>
            </a:r>
          </a:p>
          <a:p>
            <a:pPr marL="0" indent="0">
              <a:buNone/>
            </a:pPr>
            <a:r>
              <a:rPr lang="en-US" sz="3200" dirty="0"/>
              <a:t>Allows organizations to create own rules for specific data types</a:t>
            </a:r>
          </a:p>
          <a:p>
            <a:pPr marL="0" indent="0">
              <a:buNone/>
            </a:pP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Continuously scans endpoints/servers for sensitive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63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5C54-2745-AC62-D710-17C19C6B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17" y="232079"/>
            <a:ext cx="1094576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FORCEPOINT DLP BASIC ARCHITECTURE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A4BEA3-5B57-E6D7-DFD2-BB9118252770}"/>
              </a:ext>
            </a:extLst>
          </p:cNvPr>
          <p:cNvSpPr/>
          <p:nvPr/>
        </p:nvSpPr>
        <p:spPr>
          <a:xfrm>
            <a:off x="999814" y="1277422"/>
            <a:ext cx="10192365" cy="5495982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8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35F3-8FEA-54F1-8E35-7BC1E16F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3" y="188145"/>
            <a:ext cx="11845413" cy="1325563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FORCEPOINT DLP BASIC COMPONENTS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FBAE-97F3-7ADB-E68F-A70D2A59C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46" y="1253331"/>
            <a:ext cx="11180506" cy="5191714"/>
          </a:xfrm>
        </p:spPr>
        <p:txBody>
          <a:bodyPr/>
          <a:lstStyle/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CMC: 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Single interface for administrators to configure policies, manage incidents, view alerts, and generate reports and controls all DLP components.</a:t>
            </a:r>
          </a:p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Policy Engine: 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Evaluates data against defined DLP rules and decides actions such as allow, block, encrypt, or alert.</a:t>
            </a:r>
          </a:p>
          <a:p>
            <a:pPr marL="0" indent="0">
              <a:buNone/>
            </a:pPr>
            <a:r>
              <a:rPr lang="en-US" b="1" dirty="0"/>
              <a:t>Data Discovery &amp; Classification:</a:t>
            </a:r>
            <a:r>
              <a:rPr lang="en-US" dirty="0"/>
              <a:t> Scans and identifies sensitive data across environment.</a:t>
            </a:r>
          </a:p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Endpoint Agent: 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Monitors and enforces DLP policies on user devices for data in use and data transfers.</a:t>
            </a:r>
          </a:p>
          <a:p>
            <a:pPr marL="0" indent="0">
              <a:buNone/>
            </a:pP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Analytics &amp; Reporting: </a:t>
            </a:r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Collects logs and incidents to provide visibility, alerts, and compliance reports.</a:t>
            </a:r>
          </a:p>
        </p:txBody>
      </p:sp>
    </p:spTree>
    <p:extLst>
      <p:ext uri="{BB962C8B-B14F-4D97-AF65-F5344CB8AC3E}">
        <p14:creationId xmlns:p14="http://schemas.microsoft.com/office/powerpoint/2010/main" val="1632286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A676-DA2E-B99B-0779-91B1E148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32" y="217641"/>
            <a:ext cx="11181735" cy="1325563"/>
          </a:xfrm>
        </p:spPr>
        <p:txBody>
          <a:bodyPr>
            <a:normAutofit fontScale="90000"/>
          </a:bodyPr>
          <a:lstStyle/>
          <a:p>
            <a:r>
              <a:rPr 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Forcepoint DLP Deployment/Configuration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93C43-9649-F241-92DF-33AF988CA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Forcepoint DLP </a:t>
            </a: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Prerequisites: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Install SQL server express edition 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Install the .NET Framework 3.5</a:t>
            </a:r>
          </a:p>
          <a:p>
            <a:r>
              <a:rPr lang="en-US" sz="3000" dirty="0">
                <a:latin typeface="Roboto" panose="02000000000000000000" pitchFamily="2" charset="0"/>
                <a:ea typeface="Roboto" panose="02000000000000000000" pitchFamily="2" charset="0"/>
              </a:rPr>
              <a:t>Microsoft Visual C++ Redistributable 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427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D0D1-0680-E26B-4228-4EA6E053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Roboto" panose="02000000000000000000" pitchFamily="2" charset="0"/>
                <a:ea typeface="Roboto" panose="02000000000000000000" pitchFamily="2" charset="0"/>
              </a:rPr>
              <a:t>1. Launch the installer of Forcepoint DLP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8F96-5165-F9EB-7C8C-49E0C1183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066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Double-click ForcepointDLPSetup.exe and click Start.</a:t>
            </a:r>
          </a:p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Accept terms and check custom then click next.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2181D-704D-86A4-1746-8A3AD7DE2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69" y="2569740"/>
            <a:ext cx="5136931" cy="3421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4EA6EE-0436-BB6B-2640-450990E4B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869" y="2569740"/>
            <a:ext cx="5136931" cy="342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1522-E63C-5EAB-029C-025D6E0FC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Roboto" panose="02000000000000000000" pitchFamily="2" charset="0"/>
                <a:ea typeface="Roboto" panose="02000000000000000000" pitchFamily="2" charset="0"/>
              </a:rPr>
              <a:t>2. Install the Forcepoint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2510-BCD6-73CC-0167-F486C7AA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506" y="1356570"/>
            <a:ext cx="10404987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On the Forcepoint Infrastructure Setup Welcome screen, click Next</a:t>
            </a:r>
          </a:p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Enter the User Name or Account and its Password.</a:t>
            </a:r>
          </a:p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Continue with default settings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2215B1-3166-986D-24CC-38C6B64B0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75" y="2777442"/>
            <a:ext cx="5568840" cy="37154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249D1C-3794-CC8C-A90C-BECE936C02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777441"/>
            <a:ext cx="5568839" cy="371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38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13C6-9D24-06DD-81E4-4FB67189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Roboto" panose="02000000000000000000" pitchFamily="2" charset="0"/>
                <a:ea typeface="Roboto" panose="02000000000000000000" pitchFamily="2" charset="0"/>
              </a:rPr>
              <a:t>3. Install Forcepoint DLP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A1F2-30BE-2B24-0896-87833A3D5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Continue with default options</a:t>
            </a:r>
          </a:p>
          <a:p>
            <a:r>
              <a:rPr lang="en-US" sz="2500" dirty="0">
                <a:latin typeface="Roboto" panose="02000000000000000000" pitchFamily="2" charset="0"/>
                <a:ea typeface="Roboto" panose="02000000000000000000" pitchFamily="2" charset="0"/>
              </a:rPr>
              <a:t>On the Local Administrator screen, specify the User Name and Password for a local administrator account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293B7-3965-FE28-9F1E-D8658C55B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1" y="2578893"/>
            <a:ext cx="5373414" cy="3585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453BF-7CE8-B498-7584-22E13C39A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614" y="2578892"/>
            <a:ext cx="5373415" cy="358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72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01F4-7408-3337-2039-A3693761F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6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 Narrow" panose="020B0606020202030204" pitchFamily="34" charset="0"/>
              </a:rPr>
              <a:t>Put your previous created credentials and login to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2DE232-D594-E15C-9178-A6E8E1A28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66" y="2210251"/>
            <a:ext cx="5501149" cy="36417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F99B69-EA7E-7054-E807-F6AAEC212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85" y="2210250"/>
            <a:ext cx="5501149" cy="36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62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</TotalTime>
  <Words>415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Roboto</vt:lpstr>
      <vt:lpstr>Office Theme</vt:lpstr>
      <vt:lpstr>Understanding DLP and its Deployment/Configuration</vt:lpstr>
      <vt:lpstr>WHAT IS DLP?</vt:lpstr>
      <vt:lpstr>What is Forcepoint DLP?</vt:lpstr>
      <vt:lpstr>FORCEPOINT DLP BASIC ARCHITECTURE</vt:lpstr>
      <vt:lpstr>FORCEPOINT DLP BASIC COMPONENTS</vt:lpstr>
      <vt:lpstr>Forcepoint DLP Deployment/Configuration</vt:lpstr>
      <vt:lpstr>1. Launch the installer of Forcepoint DLP</vt:lpstr>
      <vt:lpstr>2. Install the Forcepoint Infrastructure</vt:lpstr>
      <vt:lpstr>3. Install Forcepoint DLP</vt:lpstr>
      <vt:lpstr>Put your previous created credentials and login to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Khan</dc:creator>
  <cp:lastModifiedBy>Ibrahim Khan</cp:lastModifiedBy>
  <cp:revision>13</cp:revision>
  <dcterms:created xsi:type="dcterms:W3CDTF">2026-01-19T06:33:55Z</dcterms:created>
  <dcterms:modified xsi:type="dcterms:W3CDTF">2026-01-26T09:33:37Z</dcterms:modified>
</cp:coreProperties>
</file>